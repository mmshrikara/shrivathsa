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ANALYSING THE IMPACT OF RISK AND RETURN IN MUTUAL FUND INVESTMENT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Student Name: Shrivathsa M R</a:t>
            </a:r>
          </a:p>
          <a:p>
            <a:r>
              <a:t>Register Number: __________</a:t>
            </a:r>
          </a:p>
          <a:p>
            <a:r>
              <a:t>MBA – Finance</a:t>
            </a:r>
          </a:p>
          <a:p>
            <a:r>
              <a:t>Kristu Jayanti College, Bengaluru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Introduction</a:t>
            </a:r>
          </a:p>
          <a:p>
            <a:r>
              <a:t>• Problem Statement</a:t>
            </a:r>
          </a:p>
          <a:p>
            <a:r>
              <a:t>• Objectives</a:t>
            </a:r>
          </a:p>
          <a:p>
            <a:r>
              <a:t>• Hypothesis</a:t>
            </a:r>
          </a:p>
          <a:p>
            <a:r>
              <a:t>• Methodology</a:t>
            </a:r>
          </a:p>
          <a:p>
            <a:r>
              <a:t>• Data Analysis</a:t>
            </a:r>
          </a:p>
          <a:p>
            <a:r>
              <a:t>• Major Findings</a:t>
            </a:r>
          </a:p>
          <a:p>
            <a:r>
              <a:t>• Conclusion</a:t>
            </a:r>
          </a:p>
          <a:p>
            <a: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Difficulty in selecting suitable mutual funds</a:t>
            </a:r>
          </a:p>
          <a:p>
            <a:r>
              <a:t>• Investors focus only on returns, ignore risk</a:t>
            </a:r>
          </a:p>
          <a:p>
            <a:r>
              <a:t>• Need for risk-adjusted evaluation</a:t>
            </a:r>
          </a:p>
          <a:p>
            <a:r>
              <a:t>• Systematic analysis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 OF THE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Analyse impact of risk on mutual fund performance</a:t>
            </a:r>
          </a:p>
          <a:p>
            <a:r>
              <a:t>• Evaluate return patterns</a:t>
            </a:r>
          </a:p>
          <a:p>
            <a:r>
              <a:t>• Compare with Nifty 50 benchmark</a:t>
            </a:r>
          </a:p>
          <a:p>
            <a:r>
              <a:t>• Assist investors in decision making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Null Hypothesis:</a:t>
            </a:r>
          </a:p>
          <a:p>
            <a:r>
              <a:t>• No relationship between risk &amp; return</a:t>
            </a:r>
          </a:p>
          <a:p>
            <a:r>
              <a:t>• Funds do not outperform benchmark</a:t>
            </a:r>
          </a:p>
          <a:p/>
          <a:p>
            <a:r>
              <a:t>Alternative Hypothesis:</a:t>
            </a:r>
          </a:p>
          <a:p>
            <a:r>
              <a:t>• Significant relationship exists</a:t>
            </a:r>
          </a:p>
          <a:p>
            <a:r>
              <a:t>• Funds outperform benchmark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Secondary Research</a:t>
            </a:r>
          </a:p>
          <a:p>
            <a:r>
              <a:t>• Descriptive &amp; Analytical Design</a:t>
            </a:r>
          </a:p>
          <a:p>
            <a:r>
              <a:t>• Study Period: 2021–2025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&amp;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Sample:</a:t>
            </a:r>
          </a:p>
          <a:p>
            <a:r>
              <a:t>• ICICI Prudential Nifty 50 Index Fund</a:t>
            </a:r>
          </a:p>
          <a:p>
            <a:r>
              <a:t>• HDFC Index Fund</a:t>
            </a:r>
          </a:p>
          <a:p>
            <a:r>
              <a:t>• UTI Nifty 50 Index Fund</a:t>
            </a:r>
          </a:p>
          <a:p>
            <a:r>
              <a:t>• SBI Nifty Index Fund</a:t>
            </a:r>
          </a:p>
          <a:p>
            <a:r>
              <a:t>• Nippon India Index Fund</a:t>
            </a:r>
          </a:p>
          <a:p/>
          <a:p>
            <a:r>
              <a:t>Sources: AMFI, NSE, Moneycontrol, Yahoo Finance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Mean Return</a:t>
            </a:r>
          </a:p>
          <a:p>
            <a:r>
              <a:t>• Standard Deviation</a:t>
            </a:r>
          </a:p>
          <a:p>
            <a:r>
              <a:t>• Beta</a:t>
            </a:r>
          </a:p>
          <a:p>
            <a:r>
              <a:t>• Sharpe Ratio</a:t>
            </a:r>
          </a:p>
          <a:p>
            <a:r>
              <a:t>• Treynor Ratio</a:t>
            </a:r>
          </a:p>
          <a:p>
            <a:r>
              <a:t>• Jensen’s Alpha</a:t>
            </a:r>
          </a:p>
          <a:p>
            <a:r>
              <a:t>• CAGR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MAJOR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Index funds closely track Nifty 50</a:t>
            </a:r>
          </a:p>
          <a:p>
            <a:r>
              <a:t>• Low expense ratio improves returns</a:t>
            </a:r>
          </a:p>
          <a:p>
            <a:r>
              <a:t>• Moderate risk with stable returns</a:t>
            </a:r>
          </a:p>
          <a:p>
            <a:r>
              <a:t>• Suitable for long-term investors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Risk and return are positively related</a:t>
            </a:r>
          </a:p>
          <a:p>
            <a:r>
              <a:t>• Index funds reduce unsystematic risk</a:t>
            </a:r>
          </a:p>
          <a:p>
            <a:r>
              <a:t>• Ideal for long-term wealth creation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Thank You</a:t>
            </a:r>
          </a:p>
          <a:p>
            <a:r>
              <a:t>Any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